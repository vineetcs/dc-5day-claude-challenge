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Horizon Trading LLC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Packaging &amp; logistics supplies across the UAE since 2009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Cartons, films, tapes, pallets</a:t>
            </a:r>
          </a:p>
          <a:p>
            <a:r>
              <a:t>Same-day delivery in Dubai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Retail, FMCG, e-commerce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